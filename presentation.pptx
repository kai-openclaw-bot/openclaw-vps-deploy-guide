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Приветствие. Сегодня разберём, как развернуть OpenClaw на собственном VPS — чтобы ассистент был доступен 24/7 через Telegram, WhatsApp и другие каналы.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OpenClaw — это не просто обёртка над LLM. Это полноценный gateway, который связывает мессенджеры с AI-агентом. Ключевое отличие от hosted-решений: полный контроль над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Gateway — сердце системы. Один процесс обслуживает все каналы. State хранится в ~/.openclaw/. Nodes — опциональны, для мобильных возможностей.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запуска с локальными моделями через Ollama нужно больше RAM — от 8 ГБ. Для cloud API (Claude, GPT) 2 ГБ достаточно.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Oracle Cloud — лучший free-вариант: 4 ARM CPU и 24 ГБ RAM бесплатно. Hetzner — лучший paid-вариант по соотношению цена/качество.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запускайте OpenClaw от root! Создаём отдельного пользователя. Это изоляция и безопасность.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Onboarding wizard спросит: провайдера модели, API-ключ, канал (Telegram — самый быстрый). Выберите QuickStart для ускоренной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Telegram — самый простой канал. Один токен от BotFather и готово. WhatsApp требует QR-код, Discord — bot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Никогда не выставляйте порт 18789 в публичный интернет без auth-токена! Tailscale — лучший вариант: ни одного открытого порта, end-to-end шифрование.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Docker-деплой удобен для production: restart: unless-stopped, volumes для state, изоляция. Образ собирается из репозитория.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важное в ~/.openclaw/. Бэкапьте регулярно! sessions.json — это память агента. openclaw.json — конфиг с API-ключами (не коммитьте в публичные репо!).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2 ГБ RAM могут быть OOM-киллы. NODE_COMPILE_CACHE даёт 2-3x ускорение повторных запусков. OPENCLAW_NO_RESPAWN=1 избегает лишних process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— это то, что превращает OpenClaw из чат-бота в Do-бота. Каждый skill — папка с SKILL.md, скриптами и референсами. Можно писать свои.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Обновление не трогает конфиг, skills и память — только бинарники. Но бэкап перед обновлением — правило номер один. doctor --repair проверяет связи.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OpenClaw на VPS — это не просто чат-бот, а полноценный AI-агент с доступом к файлам, терминалу, мессенджерам. Развернуть можно за 15-20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295C"/>
                </a:solidFill>
              </a:defRPr>
            </a:pPr>
            <a:r>
              <a:t>Развёртывание OpenClaw на VPS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1C7293"/>
                </a:solidFill>
              </a:defRPr>
            </a:pPr>
            <a:r>
              <a:t>Полное руководство по self-hosting AI-ассистента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Что такое OpenClaw?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Self-hosted gateway для AI-агентов — работает на вашем железе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Multi-channel: Telegram, WhatsApp, Discord, Signal, Slack, iMessage и др.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Agent-native: сессии, память, multi-agent routing, skills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Open source (MIT), данные остаются у вас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Heartbeat: проактивный мониторинг, cron-задачи, автоматизация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Архитектура: как это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Gateway — единый процесс, источник истины (state + workspace)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Channel plugins — подключение мессенджеров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Agent runtime — сессии, инструменты, память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Control UI — браузерный дашборд (порт 18789)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Nodes — iOS/Android для camera, canvas, 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Требования к серверу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ОС: Linux (Ubuntu 22.04/24.04 рекомендуется)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RAM: минимум 2 ГБ, рекомендуется 4 ГБ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CPU: 2 ядра минимум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Диск: 20 ГБ SSD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Node.js: 22.19+ или 24+ (рекомендуется 24)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API-ключ LLM-провайдера (Anthropic, OpenAI, Google и др.)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SSH-доступ к серверу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Выбор VPS-провайдера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Hetzner — дёшево, Docker, EU-регионы (от €4/мес)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DigitalOcean — простой setup, $4-6/мес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Oracle Cloud — Always Free tier (4 ARM CPU, 24 ГБ RAM)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Hostinger — one-click Docker template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Fly.io / Railway — one-click, browser setup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GCP / Azure — для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Шаг 1: Подготовка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SSH на сервер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ssh root@YOUR_VPS_IP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Создать пользователя openclaw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adduser openclaw --gecos "" &amp;&amp; usermod -aG sudo openclaw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Переключиться на пользователя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su - openclaw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Шаг 2: Установка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Установка через install script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curl -fsSL https://openclaw.ai/install.sh | bash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Онбординг с установкой демона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openclaw onboard --install-daemon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Проверка статуса gateway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openclaw gateway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Шаг 3: Настройка Telegram-канала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1. Откройте @BotFather в Telegram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2. /newbot → получите BOT_TOKEN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3. Добавьте токен в конфиг: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~/.openclaw/openclaw.json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{ "channels": { "telegram": {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  "token": "YOUR_BOT_TOKEN"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} } }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4. Перезапустите: openclaw gateway restart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Шаг 4: Безопасность и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Gateway на loopback (127.0.0.1:18789) — не торчим наружу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SSH-туннель для дашборда: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  ssh -N -L 18789:127.0.0.1:18789 openclaw@VPS_IP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Tailscale — zero exposed ports, encrypted access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Firewall: ufw allow 22, deny 18789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gateway.auth.token — обязательный shared secret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Docker-деплой (Hetzner example)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Установить Docker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curl -fsSL https://get.docker.com | sh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Клонировать репозиторий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git clone https://github.com/openclaw/openclaw.git &amp;&amp; cd openclaw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Создать .env с токенами и docker-compose.yml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Запустить: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docker compose up -d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Конфигурация и 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~/.openclaw/openclaw.json — конфиг (API keys, channels, settings)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~/.openclaw/agents/main/sessions/ — сессии и история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~/.openclaw/workspace/ — workspace (AGENTS.md, MEMORY.md, skills/)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~/.openclaw/secrets/ — секреты (GitHub PAT и др.)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Backup: tar -czvf openclaw-backup.tar.gz ~/.openclaw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Тюнинг для слабых VPS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Кэш компиляции Node.js — ускоряет запуск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export NODE_COMPILE_CACHE=/var/tmp/openclaw-compile-cache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export OPENCLAW_NO_RESPAWN=1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systemd tuning: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Restart=always, RestartSec=2, TimeoutStartSec=90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SSD для state/cache путей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Мониторинг OOM: dmesg | grep -i oom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Skills и расширение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Skills — каталог ~/.openclaw/workspace/skills/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ClawHub — community skills marketplace (clawhub.ai)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Каждый skill: SKILL.md + scripts/ + references/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Примеры: browser-automation, weather, presentation-suite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- openclaw skills check — аудит установленных skills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Обновление и обслуживание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Проверить версию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openclaw --version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Обновить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curl -fsSL https://openclaw.ai/install.sh | bash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openclaw doctor --repair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openclaw gateway restart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# Бэкап перед обновлением</a:t>
            </a:r>
          </a:p>
          <a:p>
            <a:pPr>
              <a:spcAft>
                <a:spcPts val="1200"/>
              </a:spcAft>
              <a:defRPr sz="1800">
                <a:solidFill>
                  <a:srgbClr val="065A82"/>
                </a:solidFill>
              </a:defRPr>
            </a:pPr>
            <a:r>
              <a:t>tar -czvf openclaw-backup-$(date +%F).tar.gz ~/.openclaw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295C"/>
                </a:solidFill>
              </a:defRPr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7293"/>
                </a:solidFill>
              </a:defRPr>
            </a:pPr>
            <a:r>
              <a:t>- OpenClaw на VPS = AI-ассистент 24/7 на вашем железе</a:t>
            </a:r>
          </a:p>
          <a:p>
            <a:pPr>
              <a:spcAft>
                <a:spcPts val="1200"/>
              </a:spcAft>
              <a:defRPr sz="1800">
                <a:solidFill>
                  <a:srgbClr val="1C7293"/>
                </a:solidFill>
              </a:defRPr>
            </a:pPr>
            <a:r>
              <a:t>- Минимум 2 ГБ RAM, Ubuntu, Node.js 24</a:t>
            </a:r>
          </a:p>
          <a:p>
            <a:pPr>
              <a:spcAft>
                <a:spcPts val="1200"/>
              </a:spcAft>
              <a:defRPr sz="1800">
                <a:solidFill>
                  <a:srgbClr val="1C7293"/>
                </a:solidFill>
              </a:defRPr>
            </a:pPr>
            <a:r>
              <a:t>- Telegram — самый быстрый канал для старта</a:t>
            </a:r>
          </a:p>
          <a:p>
            <a:pPr>
              <a:spcAft>
                <a:spcPts val="1200"/>
              </a:spcAft>
              <a:defRPr sz="1800">
                <a:solidFill>
                  <a:srgbClr val="1C7293"/>
                </a:solidFill>
              </a:defRPr>
            </a:pPr>
            <a:r>
              <a:t>- Безопасность: loopback + SSH tunnel / Tailscale</a:t>
            </a:r>
          </a:p>
          <a:p>
            <a:pPr>
              <a:spcAft>
                <a:spcPts val="1200"/>
              </a:spcAft>
              <a:defRPr sz="1800">
                <a:solidFill>
                  <a:srgbClr val="1C7293"/>
                </a:solidFill>
              </a:defRPr>
            </a:pPr>
            <a:r>
              <a:t>- Docker — для production, install.sh — для быстрого старта</a:t>
            </a:r>
          </a:p>
          <a:p>
            <a:pPr>
              <a:spcAft>
                <a:spcPts val="1200"/>
              </a:spcAft>
              <a:defRPr sz="1800">
                <a:solidFill>
                  <a:srgbClr val="1C7293"/>
                </a:solidFill>
              </a:defRPr>
            </a:pPr>
            <a:r>
              <a:t>- Skills превращают чат-бота в Do-бота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